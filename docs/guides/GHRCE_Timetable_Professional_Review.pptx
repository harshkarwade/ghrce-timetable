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GHRCE AI Master Timetable &amp;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Review &amp; Institutional Impact</a:t>
            </a:r>
          </a:p>
          <a:p>
            <a:r>
              <a:t>Enterprise-grade Academic Scheduling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Executive Summary</a:t>
            </a:r>
          </a:p>
          <a:p>
            <a:pPr/>
            <a:r>
              <a:t>Problem Statement &amp; Objectives</a:t>
            </a:r>
          </a:p>
          <a:p>
            <a:pPr/>
            <a:r>
              <a:t>Technical Architecture Overview</a:t>
            </a:r>
          </a:p>
          <a:p>
            <a:pPr/>
            <a:r>
              <a:t>AI Engine: CSP &amp; Backtracking Search</a:t>
            </a:r>
          </a:p>
          <a:p>
            <a:pPr/>
            <a:r>
              <a:t>Database &amp; Entity Modeling</a:t>
            </a:r>
          </a:p>
          <a:p>
            <a:pPr/>
            <a:r>
              <a:t>Administrative Analytics Dashboard</a:t>
            </a:r>
          </a:p>
          <a:p>
            <a:pPr/>
            <a:r>
              <a:t>Results &amp; Implementation Outcomes</a:t>
            </a:r>
          </a:p>
          <a:p>
            <a:pPr/>
            <a:r>
              <a:t>Future Roadmap &amp;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Objective: Streamline GHRCE institutional scheduling using automated AI heuristics.</a:t>
            </a:r>
          </a:p>
          <a:p>
            <a:pPr/>
            <a:r>
              <a:t>Innovation: Shift from 'Static Planning' to 'Dynamic Resource Management'.</a:t>
            </a:r>
          </a:p>
          <a:p>
            <a:pPr/>
            <a:r>
              <a:t>Core Engine: High-precision CSP solver with domain-specific backtracking guards.</a:t>
            </a:r>
          </a:p>
          <a:p>
            <a:pPr/>
            <a:r>
              <a:t>Outcome: 99.9% reduction in scheduling time; Zero detected collisions.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Scheduling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Overlap: High probability of faculty-room collisions under manual grid logic.</a:t>
            </a:r>
          </a:p>
          <a:p>
            <a:pPr/>
            <a:r>
              <a:t>Workload Fairness: Difficulty in balancing teaching hours across 100+ staff.</a:t>
            </a:r>
          </a:p>
          <a:p>
            <a:pPr/>
            <a:r>
              <a:t>Rescheduling Fragility: Institutional paralysis when key faculty members are absent.</a:t>
            </a:r>
          </a:p>
          <a:p>
            <a:pPr/>
            <a:r>
              <a:t>Data Silos: Lack of centralized dashboard for real-time room occupancy and load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Backend: FastAPI (Python) - High performance, asynchronous data processing.</a:t>
            </a:r>
          </a:p>
          <a:p>
            <a:pPr/>
            <a:r>
              <a:t>Frontend: React 18 / Tailwind CSS - State management via Zustand.</a:t>
            </a:r>
          </a:p>
          <a:p>
            <a:pPr/>
            <a:r>
              <a:t>Database: PostgreSQL for persistent relational entity storage.</a:t>
            </a:r>
          </a:p>
          <a:p>
            <a:pPr/>
            <a:r>
              <a:t>ORM: SQLAlchemy 2.0 with Alembic for robust schema migrations.</a:t>
            </a:r>
          </a:p>
          <a:p>
            <a:pPr/>
            <a:r>
              <a:t>Analytics: Integrated Recharts for administrative decision-making.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Core: Constraint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Backtracking Search: Optimized depth-first exploration with greedy selection.</a:t>
            </a:r>
          </a:p>
          <a:p>
            <a:pPr/>
            <a:r>
              <a:t>Subject-Per-Day Guard: Logical prevention of redundant student curriculum exposure.</a:t>
            </a:r>
          </a:p>
          <a:p>
            <a:pPr/>
            <a:r>
              <a:t>Teacher-Ownership Lock: Ensures instructor consistency per section.</a:t>
            </a:r>
          </a:p>
          <a:p>
            <a:pPr/>
            <a:r>
              <a:t>Slot Index 3 (Recess): Hard-coded exclusion of the lunch hour from 12:30-01:30.</a:t>
            </a:r>
          </a:p>
          <a:p>
            <a:pPr/>
            <a:r>
              <a:t>Friday Project Day: Domain pruning to reserve specific research/project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Departments: Organizational scope and isolation boundaries.</a:t>
            </a:r>
          </a:p>
          <a:p>
            <a:pPr/>
            <a:r>
              <a:t>Faculty: Parameterized by Max-Load, Specialty-Codes, and Attendance Status.</a:t>
            </a:r>
          </a:p>
          <a:p>
            <a:pPr/>
            <a:r>
              <a:t>Subjects: Categorized by 'Theory' and 'Lab' (Continuous 2-slot logic).</a:t>
            </a:r>
          </a:p>
          <a:p>
            <a:pPr/>
            <a:r>
              <a:t>Rooms: Type-mapped (Classroom/Lab) and capacity-constrained.</a:t>
            </a:r>
          </a:p>
          <a:p>
            <a:pPr/>
            <a:r>
              <a:t>Timetable Entries: Unique composite keys for collision-free persistence.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Strategic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Generation Speed: &lt;15 seconds for a complete institutional schedule.</a:t>
            </a:r>
          </a:p>
          <a:p>
            <a:pPr/>
            <a:r>
              <a:t>Conflict Resolution: Thousands of potential branch collisions resolved per run.</a:t>
            </a:r>
          </a:p>
          <a:p>
            <a:pPr/>
            <a:r>
              <a:t>Substitution Speed: Instant expert finding for absent faculty slots.</a:t>
            </a:r>
          </a:p>
          <a:p>
            <a:pPr/>
            <a:r>
              <a:t>Faculty Satisfaction: Significant increase in transparency and workload equity.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&amp; Future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 Portal: Personalized mobile notifications and attendance logging.</a:t>
            </a:r>
          </a:p>
          <a:p>
            <a:pPr/>
            <a:r>
              <a:t>Predictive AI: Machine learning models for optimizing room humidity/lighting based on occupancy.</a:t>
            </a:r>
          </a:p>
          <a:p>
            <a:pPr/>
            <a:r>
              <a:t>Cloud Ecosystem: Multi-campus synchronization and load-balancing.</a:t>
            </a:r>
          </a:p>
          <a:p>
            <a:pPr/>
            <a:r>
              <a:t>LMS Integration: Direct sync with academic grading and attendance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