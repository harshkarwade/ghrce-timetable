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GHRCE Smart Timetable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Making College Scheduling Easy with AI</a:t>
            </a:r>
          </a:p>
          <a:p>
            <a:r>
              <a:t>[Easy Guide for Everyone]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this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super-smart assistant that makes timetables for GHRCE.</a:t>
            </a:r>
          </a:p>
          <a:p>
            <a:pPr/>
            <a:r>
              <a:t>No more manual paper-work or confusing spreadsheets.</a:t>
            </a:r>
          </a:p>
          <a:p>
            <a:pPr/>
            <a:r>
              <a:t>Everything is automatic: teachers, rooms, and students match perfectly.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Making a timetable is like a giant Sudoku puzzle.</a:t>
            </a:r>
          </a:p>
          <a:p>
            <a:pPr/>
            <a:r>
              <a:t>One small mistake (like two classes in one room) ruins the whole thing.</a:t>
            </a:r>
          </a:p>
          <a:p>
            <a:pPr/>
            <a:r>
              <a:t>It takes weeks to fix manually when a teacher is sick.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AI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 use an 'AI Brain' to solve the puzzle instantly.</a:t>
            </a:r>
          </a:p>
          <a:p>
            <a:pPr/>
            <a:r>
              <a:t>It understands all the rules of the college.</a:t>
            </a:r>
          </a:p>
          <a:p>
            <a:pPr/>
            <a:r>
              <a:t>It respects teacher breaks and room capacities.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Awesome Features for Teachers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Personal Dashboard: See your whole week at a glance.</a:t>
            </a:r>
          </a:p>
          <a:p>
            <a:pPr/>
            <a:r>
              <a:t>Easy Leaves: Apply for leave with one click.</a:t>
            </a:r>
          </a:p>
          <a:p>
            <a:pPr/>
            <a:r>
              <a:t>Smart Substitution: The system finds a backup teacher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Help for the College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One-Click Generation: Create the whole timetable in seconds.</a:t>
            </a:r>
          </a:p>
          <a:p>
            <a:pPr/>
            <a:r>
              <a:t>Real-time Updates: Change a room or teacher instantly.</a:t>
            </a:r>
          </a:p>
          <a:p>
            <a:pPr/>
            <a:r>
              <a:t>Beautiful Charts: See how busy every teacher and room 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GHRCE is now smarter and faster.</a:t>
            </a:r>
          </a:p>
          <a:p>
            <a:pPr/>
            <a:r>
              <a:t>No more clashes or missing classes.</a:t>
            </a:r>
          </a:p>
          <a:p>
            <a:pPr/>
            <a:r>
              <a:t>Simple, fast, and 100% accurate!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